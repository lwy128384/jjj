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73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46304" cy="6126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657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E0EAFF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" y="6711696"/>
            <a:ext cx="12033504" cy="36576"/>
          </a:xfrm>
          <a:prstGeom prst="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576072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841248"/>
            <a:ext cx="576072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8961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问题与需求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98448"/>
            <a:ext cx="544068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在线课程与混合教学快速增长，课程视频规模显著扩大。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人工剪辑依赖经验，耗时长、标准不一致、可复用性弱。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课堂视频包含学生提问、静默、走动、翻页等复杂干扰。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需要形成可解释、低成本、可落地的自动化剪辑流程。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841248"/>
            <a:ext cx="548640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841248"/>
            <a:ext cx="548640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896112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文献与工程启发（来自上传文档与项目调研）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298448"/>
            <a:ext cx="516636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文档中系统梳理了教学视频切分与多模态分析研究脉络。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参考 MOOC 分段、语音分离、视频编辑自动化相关工作。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结合 WhisperX/YOLO/OpenCV/FFmpeg 等成熟工具经验。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本项目聚焦“教育场景实用性”，强调输出质量与稳定性。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73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46304" cy="6126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研究方案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657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E0EAFF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" y="6711696"/>
            <a:ext cx="12033504" cy="36576"/>
          </a:xfrm>
          <a:prstGeom prst="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576072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841248"/>
            <a:ext cx="576072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8961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总体技术路线（5步流水线）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98448"/>
            <a:ext cx="544068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Step1视觉：教师在场 + 全屏PPT检测 + OCR + 翻页检测。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Step2音频：ASR转写 + 术语纠错 + 教师/学生区分。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Step3文本：语义边界检测 + 知识点命名。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Step4对齐：多模态统一时间轴，形成可检索索引。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Step5融合剪辑：干扰剔除 + 视频切割 + 结果索引导出。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841248"/>
            <a:ext cx="548640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841248"/>
            <a:ext cx="548640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896112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实现原则与工程约束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298448"/>
            <a:ext cx="516636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run_all.py 统一编排，支持全量、单视频、断点续跑。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配置集中在 config.py，便于跨课程快速调参与复现实验。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强调 CPU 可运行，避免依赖高成本GPU推理环境。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每步都输出JSON中间结果，保证流程可观测与可追踪。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73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46304" cy="6126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工作进展（1/5）：视觉分析 Step1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657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E0EAFF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" y="6711696"/>
            <a:ext cx="12033504" cy="36576"/>
          </a:xfrm>
          <a:prstGeom prst="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576072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841248"/>
            <a:ext cx="576072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8961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代码做了什么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98448"/>
            <a:ext cx="544068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对视频按 VISUAL_SAMPLE_FPS 采样，建立时间序列特征。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背景减除估计讲台运动量，判定教师是否在讲台区域。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加入静止补偿：低运动时启用HOG人体检测兜底。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仅在全屏PPT段执行翻页+OCR，段末固化一次ppt_content。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SSIM检测翻页，降低无效OCR触发并减少噪声信息。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841248"/>
            <a:ext cx="548640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841248"/>
            <a:ext cx="548640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896112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工具、产出与阶段效果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298448"/>
            <a:ext cx="516636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工具：OpenCV(MOG2/SSIM/HOG) + EasyOCR。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输出：visual_features.json（teacher_timeline/slide_transitions/ppt_content）。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新增 static_person_detected 字段，静态授课漏检显著降低。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全屏段单次记录策略提升了PPT文本语义稳定性。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73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46304" cy="6126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工作进展（2/5）：语音分析 Step2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657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E0EAFF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" y="6711696"/>
            <a:ext cx="12033504" cy="36576"/>
          </a:xfrm>
          <a:prstGeom prst="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576072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841248"/>
            <a:ext cx="576072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8961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代码做了什么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98448"/>
            <a:ext cx="544068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ffmpeg提取16kHz单声道音频，faster-whisper执行ASR。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增加“术语词典+拼音模糊匹配”纠错，修正常见学科误识别。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构建文本+声学融合说话人判别分数并映射教师概率。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加入声纹辅助复判：对边界片段执行学生→教师回标。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高 no_speech_prob 下启用文本兜底，避免有效短句丢失。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841248"/>
            <a:ext cx="548640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841248"/>
            <a:ext cx="548640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896112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工具、产出与阶段效果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298448"/>
            <a:ext cx="516636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工具：ffmpeg + faster-whisper + librosa + scikit-learn。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输出：audio_features.json（segments/speaker/teacher_prob/confidence）。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结果：教师讲授主线连续性更好，问答片段区分更稳定。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文本纠错记录可回溯（text_raw/text_correction）。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73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46304" cy="6126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工作进展（3/5）：文本语义分析 Step3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657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E0EAFF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" y="6711696"/>
            <a:ext cx="12033504" cy="36576"/>
          </a:xfrm>
          <a:prstGeom prst="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576072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841248"/>
            <a:ext cx="576072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8961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代码做了什么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98448"/>
            <a:ext cx="544068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对转写文本执行归一化、替换、分词与停用词过滤。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构建TF-IDF向量，滑窗余弦距离定位语义跳变边界。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融合幻灯片切换时刻作为辅助候选，提高边界召回。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做最短/最长时长约束，避免过度切分与超长片段。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标题改为“关键词直接命名”，更贴近教学内容。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841248"/>
            <a:ext cx="548640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841248"/>
            <a:ext cx="548640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896112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工具、产出与阶段效果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298448"/>
            <a:ext cx="516636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工具：jieba + NumPy（TF-IDF与向量运算）。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输出：text_features.json（knowledge_segments/boundaries）。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结果：知识点标题可读性更强，跨视频检索友好。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可选接入 train 边界模型进一步细化分段。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73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46304" cy="6126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工作进展（4/5）：多模态对齐 Step4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657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E0EAFF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" y="6711696"/>
            <a:ext cx="12033504" cy="36576"/>
          </a:xfrm>
          <a:prstGeom prst="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576072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841248"/>
            <a:ext cx="576072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8961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代码做了什么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98448"/>
            <a:ext cx="544068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以1秒分辨率构建统一时间轴（TIME_RESOLUTION）。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融合视觉（教师/PPT）、音频（说话人/静默）、文本（知识点）。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每个时刻形成可解释状态点，支持下游规则与模型。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统计教师在场率、静默率、知识点数量、翻页数量。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841248"/>
            <a:ext cx="548640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841248"/>
            <a:ext cx="548640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896112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工具、产出与阶段效果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298448"/>
            <a:ext cx="516636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工具：Python 原生结构 + bisect 时序检索。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输出：multimodal_index.json（time_series + stats）。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结果：把“离散模态特征”变成“统一决策底座”。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为 Step5 干扰检测与剪辑提供一致输入接口。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73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46304" cy="6126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工作进展（5/5）：融合剪辑 Step5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657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E0EAFF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" y="6711696"/>
            <a:ext cx="12033504" cy="36576"/>
          </a:xfrm>
          <a:prstGeom prst="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576072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841248"/>
            <a:ext cx="576072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8961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代码做了什么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98448"/>
            <a:ext cx="544068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基于教师缺席率、静默占比、连续静默进行干扰识别。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引入动态阈值，按课程统计特征自动调节判定强度。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可融合训练干扰模型预测时刻，规则+模型联合判别。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过滤重叠/过短段后生成剪辑命令，调用ffmpeg切片。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final_index 使用 H:MM:SS 时间并统一记录“干扰片段”。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841248"/>
            <a:ext cx="548640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841248"/>
            <a:ext cx="548640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896112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工具、产出与阶段效果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298448"/>
            <a:ext cx="516636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工具：ffmpeg（copy失败自动回退重编码）。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输出：segments/*.mp4 + final_index.json。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结果：输出聚焦有效知识点，噪声段不导出仅保留索引。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片段命名去前缀，直接使用关键词标题。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73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46304" cy="6126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阶段性成果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657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E0EAFF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" y="6711696"/>
            <a:ext cx="12033504" cy="36576"/>
          </a:xfrm>
          <a:prstGeom prst="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576072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841248"/>
            <a:ext cx="576072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8961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已完成的系统能力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98448"/>
            <a:ext cx="544068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形成“视觉-音频-文本-对齐-剪辑”闭环自动化流水线。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每步具备可执行脚本、可观测JSON输出、可调参数。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支持 run_all.py 一键处理、分步运行、断点续跑。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已具备训练增益接口，流程可持续迭代优化。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841248"/>
            <a:ext cx="548640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841248"/>
            <a:ext cx="548640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896112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工程化沉淀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298448"/>
            <a:ext cx="516636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配置集中管理：不同课程可快速迁移与参数复用。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关键策略具备容错：模型缺失时自动回退规则路径。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输出结构标准化，便于后续评估、可视化与检索系统接入。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整体强调 CPU 可用和低成本部署可行性。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73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46304" cy="6126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本项目创新点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657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E0EAFF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" y="6711696"/>
            <a:ext cx="12033504" cy="36576"/>
          </a:xfrm>
          <a:prstGeom prst="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576072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841248"/>
            <a:ext cx="576072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8961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方法创新（面向课堂实际）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98448"/>
            <a:ext cx="544068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教师检测“运动+静止补偿”联合，覆盖静态授课场景。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仅在全屏PPT段进行OCR/翻页，提升信息纯度与效率。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ASR后置“拼音模糊术语纠错”，贴合中文课程口语特征。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说话人采用概率化片段判别 + 声纹复判，减少簇级误判。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边界检测融合语义跳变与视觉翻页，增强鲁棒性。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841248"/>
            <a:ext cx="548640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841248"/>
            <a:ext cx="548640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896112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系统创新（可落地与可解释）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298448"/>
            <a:ext cx="516636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规则与学习模型可插拔联合，不依赖单一路径。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全部中间结果可追踪，便于答辩展示与误差定位。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干扰片段“保留索引不导出视频”，兼顾质量与审计。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输出标题与时间格式标准化，利于二次开发。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73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46304" cy="6126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遇到的关键问题与解决方案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657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E0EAFF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" y="6711696"/>
            <a:ext cx="12033504" cy="36576"/>
          </a:xfrm>
          <a:prstGeom prst="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576072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841248"/>
            <a:ext cx="576072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8961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关键问题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98448"/>
            <a:ext cx="544068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教师静止讲解时，纯运动检测易误判“教师缺席”。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ASR 在专业术语处出现系统性同音误识别。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课堂噪声与提问导致说话人标签抖动。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固定阈值在不同课程风格下泛化不稳。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短片段与干扰重叠导致输出片段质量下降。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841248"/>
            <a:ext cx="548640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841248"/>
            <a:ext cx="548640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896112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针对性解决方案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298448"/>
            <a:ext cx="516636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引入 HOG 静止人体检测 + 全屏PPT在场先验。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步骤2加入词典驱动拼音纠错并记录替换明细。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上下文平滑 + 声纹边界复判提升标签连续性。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Step5 动态阈值根据静默率/翻页密度自适应调节。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最短时长过滤、重叠过滤、ffmpeg双路径切片保障输出。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73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46304" cy="6126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Microsoft YaHei"/>
              </a:defRPr>
            </a:pPr>
            <a:r>
              <a:t>训练框架解释（train.py）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657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E0EAFF"/>
                </a:solidFill>
                <a:latin typeface="Microsoft YaHei"/>
              </a:defRPr>
            </a:pPr>
            <a:r>
              <a:t>同济大学录课教育视频智能剪辑项目 · 中期汇报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" y="6711696"/>
            <a:ext cx="12033504" cy="36576"/>
          </a:xfrm>
          <a:prstGeom prst="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576072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841248"/>
            <a:ext cx="576072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896112"/>
            <a:ext cx="5577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train 的功能与流程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98448"/>
            <a:ext cx="544068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读取标注并规范时间；兼容“仅标知识点”训练方式。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基于 multimodal_index 提取时序特征矩阵。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生成两类标签：知识点边界标签、干扰标签。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训练 RandomForest（边界/干扰两个模型）并保存到 models/。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支持单视频训练、批量训练和独立评估。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841248"/>
            <a:ext cx="5486400" cy="5687568"/>
          </a:xfrm>
          <a:prstGeom prst="roundRect">
            <a:avLst/>
          </a:prstGeom>
          <a:solidFill>
            <a:srgbClr val="FFFFFF"/>
          </a:solidFill>
          <a:ln>
            <a:solidFill>
              <a:srgbClr val="DEEA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841248"/>
            <a:ext cx="5486400" cy="402336"/>
          </a:xfrm>
          <a:prstGeom prst="rect">
            <a:avLst/>
          </a:prstGeom>
          <a:solidFill>
            <a:srgbClr val="EC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896112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73A73"/>
                </a:solidFill>
                <a:latin typeface="Microsoft YaHei"/>
              </a:defRPr>
            </a:pPr>
            <a:r>
              <a:t>如何在项目中发挥作用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298448"/>
            <a:ext cx="5166360" cy="513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Step3 通过 predict_boundaries 对规则边界进行模型细化。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Step5 通过 predict_interference 补充规则干扰检测。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形成“规则保底 + 训练增益”的闭环迭代机制。</a:t>
            </a:r>
          </a:p>
          <a:p>
            <a:pPr>
              <a:defRPr sz="1300">
                <a:solidFill>
                  <a:srgbClr val="212529"/>
                </a:solidFill>
                <a:latin typeface="Microsoft YaHei"/>
              </a:defRPr>
            </a:pPr>
            <a:r>
              <a:t>• 当新课程标注积累后，可持续提升跨课堂泛化能力。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