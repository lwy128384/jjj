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中期汇报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E3F78"/>
                </a:solidFill>
                <a:latin typeface="微软雅黑"/>
              </a:defRPr>
            </a:pPr>
            <a:r>
              <a:t>面向同济大学录课教育视频的智能剪辑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62F38"/>
                </a:solidFill>
                <a:latin typeface="微软雅黑"/>
              </a:defRPr>
            </a:pPr>
            <a:r>
              <a:t>汇报人：罗文翊    学号：2452634    学院：国豪书院</a:t>
            </a:r>
          </a:p>
          <a:p>
            <a:pPr>
              <a:defRPr sz="1800">
                <a:solidFill>
                  <a:srgbClr val="262F38"/>
                </a:solidFill>
                <a:latin typeface="微软雅黑"/>
              </a:defRPr>
            </a:pPr>
            <a:r>
              <a:t>时间：2026-05-10    阶段：中期进展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728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271B3"/>
                </a:solidFill>
                <a:latin typeface="微软雅黑"/>
              </a:defRPr>
            </a:pPr>
            <a:r>
              <a:t>项目核心目标：以“语音时间轴”为骨架，融合视觉与语义信息，实现课堂视频自动分段、干扰剔除与知识点级输出。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研究背景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问题驱动与场景痛点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上传文档指出：教育视频数量快速增长，但人工逐段审听+剪辑耗时高、稳定性差。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课堂场景“强语义、弱情绪”，与短视频高光提取逻辑不同，不能直接套用通用剪辑算法。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同一课堂同时存在教师讲授、学生回答、讨论与静默，传统仅按音量/镜头切分易误删与误留。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项目目标不是“摘要”而是“可教学复用”：保留知识主线，剔除干扰片段，产出可检索微视频。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研究必要性（结合本项目）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工程必要性：形成可在 run_all.py 一键执行的5步流水线，降低教师与助教后处理成本。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技术必要性：建立视觉+语音+文本同一时间轴，解决“谁在说、说了什么、是否值得保留”。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应用必要性：输出 final_index.json + segments/*.mp4，直接供教学平台检索与二次编排。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学术价值：面向课堂语境提出“规则+可选训练模型”融合策略，兼顾可解释性与可迁移性。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研究方案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总体技术路线（已落地实现）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Step1 视觉：OpenCV + EasyOCR，检测教师在场、全屏PPT段、翻页事件与PPT文本。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Step2 音频：ffmpeg抽音频 + faster-whisper转录 + 文本纠错 + 说话人二分类与声纹辅助复判。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Step3 文本：jieba分词 + TF-IDF语义跳变 + 幻灯片线索验证，生成知识点边界与标题关键词。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Step4 对齐：以1秒粒度构建多模态时间序列，统一视觉/音频/语义特征。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Step5 融合剪辑：规则判干扰并融合模型预测，输出知识点视频及标准化索引。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与开题方案对照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开题强调“多模态融合”，现阶段已实现完整端到端代码与数据文件闭环。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实现上采用CPU友好栈（faster-whisper、OpenCV、scikit-learn），满足低门槛部署。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策略上从“单阈值”演进为“动态阈值 + 文本兜底 + 后处理”，提升鲁棒性。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训练模块(train.py)独立设计，可选开启，不影响主流程稳定运行。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工作进展（Step1：视觉分析）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做了什么（代码逻辑）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按 VISUAL_SAMPLE_FPS 采样关键帧，背景减除计算讲台区域前景占比，得到 in_podium。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在低运动场景启用静止补偿：HOG人体检测兜底，避免“教师静止授课→误判缺席”。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仅在全屏PPT段执行OCR和翻页检测：减少无效识别与误检。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翻页检测使用轻量SSIM（160×90），并记录 slide_idx 与时间戳。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用了什么工具 / 产出什么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工具：OpenCV（MOG2、形态学、Canny、HOG）、EasyOCR（中英识别）。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输出文件：visual_features.json。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关键字段：teacher_timeline、slide_transitions、ppt_content、static_person_detected。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阶段成果：形成可解释的视觉侧教学状态序列，为后续语义边界与干扰识别提供证据。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工作进展（Step2：语音分析）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做了什么（代码逻辑）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ffmpeg提取16kHz单声道音频；faster-whisper转录并输出时间戳、no_speech_prob与confidence。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增加 no_speech 文本兜底：高静默概率但文本长度足够时保留，避免误删有效讲解。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新增领域词典拼音模糊纠错（jieba+pypinyin），在ASR后、说话人判定前修正术语。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说话人判定采用文本 cues + 声学特征(AgglomerativeClustering) + 声纹辅助复判 + 时间平滑。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用了什么工具 / 产出什么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工具：ffmpeg、faster-whisper、librosa、scikit-learn、jieba、pypinyin。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输出文件：audio_features.json。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关键字段：segments[].speaker / confidence / no_speech_prob / is_low_confidence。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阶段成果：将“转录质量、角色属性、文本可用性”统一到片段级数据，为后续切分奠定基础。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工作进展（Step3：文本语义分析）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做了什么（代码逻辑）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对转录文本做归一化替换，结合停用词与黑名单进行清洗，降低口语噪声影响。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构建TF-IDF与滑动窗口语义距离，捕捉话题跳变候选点。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将语义跳变与视觉翻页信号协同验证，形成更稳定的知识点边界。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自动提取关键词并生成知识点标题，标题采用“关键词拼接”而非固定前缀命名。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用了什么工具 / 产出什么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工具：jieba、numpy（向量计算）、可选调用 train.predict_boundaries。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输出文件：text_features.json。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关键字段：knowledge_segments、boundaries、keywords、title。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阶段成果：从“逐句转录”提升到“结构化知识单元”，直接服务剪辑与检索。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工作进展（Step4：多模态对齐）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做了什么（代码逻辑）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以 TIME_RESOLUTION=1.0s 建立统一时间轴，将视觉、音频、语义三路信息映射到同一索引。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每个时刻点写入 teacher_present、slide_idx、speech_text、speaker、is_silence、knowledge_title。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引入 no_speech + 文本兜底逻辑，统一判定 is_silence，避免单模态误导。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输出统计量（教师在场比例、静默比例等）供Step5动态阈值使用。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用了什么工具 / 产出什么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工具：Python原生结构+bisect对齐查找。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输出文件：multimodal_index.json。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关键字段：time_series（秒级全量特征）、stats、knowledge_segments。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阶段成果：完成“跨模态可计算中间层”，支撑融合决策与模型训练。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工作进展（Step5：融合剪辑）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做了什么（代码逻辑）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基于知识段计算教师缺席比例/静默比例，并结合连续静默扫描检测干扰。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根据全局统计动态调整阈值，缓解不同课堂风格下固定阈值失效。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可选融合 train.predict_interference 模型时刻，规则与模型结果合并去重。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对有效知识段执行“重叠过滤+最小时长+首尾padding”，生成剪辑指令并切段。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用了什么工具 / 产出什么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工具：ffmpeg（优先stream copy，失败回退重编码）。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输出文件：segments/*.mp4 与 final_index.json。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关键字段：clips（H:MM:SS时间、关键词、文件路径）与 removed_segments(not_exported)。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阶段成果：完成从“检测结果”到“可交付视频资产”的最后一公里自动化。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阶段性成果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已实现成果（代码与流程层）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形成 run_all.py 固定5步流水线，支持全量、单视频、分步、断点继续执行。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完成从原始课堂视频到“知识点视频+结构化索引”的自动化闭环。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核心中间文件链路稳定：visual/audio/text/multimodal/final 五类JSON逐级可追溯。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训练模块与主流程解耦：无模型可运行，有模型可增强边界/干扰判断。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可量化与可交付表现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输出可直接服务教学平台：按知识点命名视频、保留关键词、标注被剔除片段原因。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时间格式标准化：最终片段时间采用 H:MM:SS（floor/ceil），便于平台统一解析。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工程可维护性：关键阈值集中于 config.py，便于按课程类型快速调参。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文档化程度高：README_操作说明覆盖环境配置、分步运行、训练与常见问题。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项目创新点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方法与系统层创新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面向“课堂教学”而非泛视频：以知识传递有效性为目标函数，而不是视觉吸引力。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no_speech 文本兜底机制：在ASR静默高概率场景下保留有信息文本，减少误删。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语音纠错前置到说话人判定前：通过领域词典拼音模糊匹配提升后续判别质量。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规则+模型协同：规则保障可解释和稳定，模型提供泛化能力增益。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动态阈值机制：依据课堂全局统计自适应调整干扰判定门槛。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你个人工作贡献体现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把开题中的“多模态构想”落地为可运行代码、可追踪数据结构、可复现命令行流程。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补齐工程细节（异常回退、兜底策略、统一索引、命名规范），显著提升系统可用性。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将训练能力封装为可插拔模块，保证研究探索与生产稳定并行推进。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关键问题与解决方案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问题1~2（准确性与鲁棒性）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问题1：教师静止讲解时，纯运动检测误判“离场”。</a:t>
            </a:r>
          </a:p>
          <a:p>
            <a:pPr>
              <a:spcAft>
                <a:spcPts val="400"/>
              </a:spcAft>
              <a:defRPr sz="1250">
                <a:solidFill>
                  <a:srgbClr val="5F6C7B"/>
                </a:solidFill>
                <a:latin typeface="微软雅黑"/>
              </a:defRPr>
            </a:pPr>
            <a:r>
              <a:t>◦ 解决：Step1加入HOG静止补偿，并输出static_person_detected供核验。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问题2：ASR高no_speech_prob导致有效短句被过滤。</a:t>
            </a:r>
          </a:p>
          <a:p>
            <a:pPr>
              <a:spcAft>
                <a:spcPts val="400"/>
              </a:spcAft>
              <a:defRPr sz="1250">
                <a:solidFill>
                  <a:srgbClr val="5F6C7B"/>
                </a:solidFill>
                <a:latin typeface="微软雅黑"/>
              </a:defRPr>
            </a:pPr>
            <a:r>
              <a:t>◦ 解决：Step2/3/4统一“文本兜底+短文本门限”策略，降低误删。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问题3：课堂术语识别错误影响说话人与语义切分。</a:t>
            </a:r>
          </a:p>
          <a:p>
            <a:pPr>
              <a:spcAft>
                <a:spcPts val="400"/>
              </a:spcAft>
              <a:defRPr sz="1250">
                <a:solidFill>
                  <a:srgbClr val="5F6C7B"/>
                </a:solidFill>
                <a:latin typeface="微软雅黑"/>
              </a:defRPr>
            </a:pPr>
            <a:r>
              <a:t>◦ 解决：增加可配置术语词典+拼音模糊纠错，提升术语稳定性。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问题3~4（融合与落地）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问题4：固定干扰阈值跨课程迁移性差。</a:t>
            </a:r>
          </a:p>
          <a:p>
            <a:pPr>
              <a:spcAft>
                <a:spcPts val="400"/>
              </a:spcAft>
              <a:defRPr sz="1250">
                <a:solidFill>
                  <a:srgbClr val="5F6C7B"/>
                </a:solidFill>
                <a:latin typeface="微软雅黑"/>
              </a:defRPr>
            </a:pPr>
            <a:r>
              <a:t>◦ 解决：Step5依据teacher_presence_ratio、silence_ratio等动态调阈。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问题5：仅规则判定对边界/干扰复杂样本不足。</a:t>
            </a:r>
          </a:p>
          <a:p>
            <a:pPr>
              <a:spcAft>
                <a:spcPts val="400"/>
              </a:spcAft>
              <a:defRPr sz="1250">
                <a:solidFill>
                  <a:srgbClr val="5F6C7B"/>
                </a:solidFill>
                <a:latin typeface="微软雅黑"/>
              </a:defRPr>
            </a:pPr>
            <a:r>
              <a:t>◦ 解决：train.py提供随机森林模型并与规则融合，保留可解释性。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问题6：剪辑过程可能因编码异常失败。</a:t>
            </a:r>
          </a:p>
          <a:p>
            <a:pPr>
              <a:spcAft>
                <a:spcPts val="400"/>
              </a:spcAft>
              <a:defRPr sz="1250">
                <a:solidFill>
                  <a:srgbClr val="5F6C7B"/>
                </a:solidFill>
                <a:latin typeface="微软雅黑"/>
              </a:defRPr>
            </a:pPr>
            <a:r>
              <a:t>◦ 解决：ffmpeg先stream copy、失败自动回退重编码，保证任务完成率。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训练框架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训练数据到模型的流程（train.py）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输入：人工标注 annotation.json（支持H:MM:SS或秒），与 multimodal_index.json 对齐。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特征：从 time_series 提取教师在场、静默、翻页、语速变化、文本相似度等时序特征。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标签：自动生成 boundary_labels 与 interference_labels（支持“仅知识点标注”场景）。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建模：RandomForest + StandardScaler + class_weight，边界/干扰双模型分别训练。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评估与保存：classification_report + F1，产物为 boundary_model.pkl / interference_model.pkl。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在线推理如何回注主流程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Step3可调用 predict_boundaries，对规则边界进行补充后处理。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Step5可调用 predict_interference，将模型命中时刻并入干扰区间。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策略优势：主流程可“无模型稳定运行”，有标注后可持续学习提升。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工程优势：模型文件独立，升级模型不改主流程代码。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E3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下一步工作计划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48640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5074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短期（下一阶段）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扩充不同课程形态数据（板书课/演示课/讨论课），完善标注规范与质检流程。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系统评估：补充片段级Precision/Recall、边界偏差、人工审阅耗时下降比例。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优化说话人判定：增加对“教师-学生对话”快速切换场景的稳定性处理。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完善可视化分析：增加中间结果可视化脚本，支持误判回溯。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822960"/>
            <a:ext cx="544068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987552"/>
            <a:ext cx="50292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E3F78"/>
                </a:solidFill>
                <a:latin typeface="微软雅黑"/>
              </a:defRPr>
            </a:pPr>
            <a:r>
              <a:t>中长期（结题导向）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形成可复用的课程视频智能剪辑工具链与部署指南。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探索轻量模型蒸馏或阈值自学习，降低人工调参成本。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推进与教学平台接口联调，支持基于final_index的检索与推荐。</a:t>
            </a:r>
          </a:p>
          <a:p>
            <a:pPr>
              <a:spcAft>
                <a:spcPts val="400"/>
              </a:spcAft>
              <a:defRPr sz="1400">
                <a:solidFill>
                  <a:srgbClr val="262F38"/>
                </a:solidFill>
                <a:latin typeface="微软雅黑"/>
              </a:defRPr>
            </a:pPr>
            <a:r>
              <a:t>• 完成论文/报告：总结方法、实验、局限与可扩展方向。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227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C7B"/>
                </a:solidFill>
                <a:latin typeface="微软雅黑"/>
              </a:defRPr>
            </a:pPr>
            <a:r>
              <a:t>面向同济大学录课教育视频的智能剪辑｜中期汇报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83680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C7B"/>
                </a:solidFill>
                <a:latin typeface="微软雅黑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