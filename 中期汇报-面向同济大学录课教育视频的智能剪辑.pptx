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中期汇报：面向同济大学录课教育视频的智能剪辑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项目方向：多模态课堂视频理解与自动剪辑 | 汇报人：罗文翊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78992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2463A2"/>
                </a:solidFill>
                <a:latin typeface="Microsoft YaHei"/>
              </a:rPr>
              <a:t>科研前沿与实践（中）</a:t>
            </a:r>
          </a:p>
          <a:p>
            <a:pPr algn="ctr"/>
            <a:r>
              <a:rPr sz="2000">
                <a:solidFill>
                  <a:srgbClr val="5A5A5A"/>
                </a:solidFill>
                <a:latin typeface="Microsoft YaHei"/>
              </a:rPr>
              <a:t>目标：从“可运行流程”进展到“可训练、可解释、可落地”的课程视频智能剪辑系统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1. 研究背景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为何需要面向教育场景的专用智能剪辑系统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课堂视频规模快速增长，但人工后期“逐段审听+剪切”成本高、周期长。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教育视频与通用娱乐视频目标不同：核心是知识传递完整性与逻辑连贯性。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现有通用AI剪辑对课堂场景适配不足：</a:t>
            </a:r>
          </a:p>
          <a:p>
            <a:pPr lvl="1">
              <a:spcBef>
                <a:spcPts val="100"/>
              </a:spcBef>
              <a:spcAft>
                <a:spcPts val="300"/>
              </a:spcAft>
            </a:pPr>
            <a:r>
              <a:rPr sz="1600">
                <a:solidFill>
                  <a:srgbClr val="5A5A5A"/>
                </a:solidFill>
                <a:latin typeface="Microsoft YaHei"/>
              </a:rPr>
              <a:t>难区分教师讲解与学生发言的教学价值差异。</a:t>
            </a:r>
          </a:p>
          <a:p>
            <a:pPr lvl="1">
              <a:spcBef>
                <a:spcPts val="100"/>
              </a:spcBef>
              <a:spcAft>
                <a:spcPts val="300"/>
              </a:spcAft>
            </a:pPr>
            <a:r>
              <a:rPr sz="1600">
                <a:solidFill>
                  <a:srgbClr val="5A5A5A"/>
                </a:solidFill>
                <a:latin typeface="Microsoft YaHei"/>
              </a:rPr>
              <a:t>对课堂噪声、静默、问答交互缺少细粒度建模。</a:t>
            </a:r>
          </a:p>
          <a:p>
            <a:pPr lvl="1">
              <a:spcBef>
                <a:spcPts val="100"/>
              </a:spcBef>
              <a:spcAft>
                <a:spcPts val="300"/>
              </a:spcAft>
            </a:pPr>
            <a:r>
              <a:rPr sz="1600">
                <a:solidFill>
                  <a:srgbClr val="5A5A5A"/>
                </a:solidFill>
                <a:latin typeface="Microsoft YaHei"/>
              </a:rPr>
              <a:t>多模态融合深度不够，容易误删关键讲解或保留无效片段。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本项目定位：围绕同济大学录课视频，构建“识别知识点+剔除干扰片段”的工程化流程。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2. 研究方案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总体思路：以时间轴为核心的5步多模态流水线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Step1 视觉：教师在场检测 + 全屏PPT翻页与OCR文本提取。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Step2 语音：ffmpeg抽音频 + faster-whisper转录 + 二分类说话人判定。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Step3 文本：分词、TF-IDF语义跳变检测，生成知识点边界与关键词标题。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Step4 对齐：按1秒粒度对齐视觉/语音/文本，形成统一multimodal_index。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Step5 融合剪辑：规则+训练模型识别干扰，生成final_index并输出知识点视频片段。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训练闭环：train.py用人工标注训练边界模型与干扰模型，反哺Step3/Step5。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3. 工作进展（1/5）：步骤1 视觉分析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文件：step1_visual.py | 输出：visual_features.json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已完成教师在场检测：背景减除（MOG2）计算讲台区域运动比。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实现静止补偿：低运动时启用HOG人体检测兜底，输出static_person_detected。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实现全屏PPT判定：亮度/低饱和/边缘密度联合阈值判定。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仅在全屏PPT段内执行翻页检测（SSIM）与OCR，降低无效计算。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工程细节优化：每个全屏PPT段只保留一次ppt_content，减少噪声冗余。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成果：输出teacher_timeline、slide_transitions、ppt_content，为后续对齐与边界识别提供视觉证据。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4. 工作进展（2/5）：步骤2 语音分析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文件：step2_audio.py | 输出：audio_features.json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完成音频抽取链路：ffmpeg统一到16kHz单声道，保证后续特征稳定。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完成ASR：faster-whisper(base, CPU int8)输出时间戳、no_speech_prob、confidence。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新增术语纠错：专业词典+拼音模糊匹配，自动修正课程关键词误识别。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完成教师/学生区分：声学特征(MFCC等)+文本线索融合，片段级概率判定。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完成声纹辅助复判：教师原型动态分位数构建，边界样本二次纠偏。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成果：输出segments含speaker/teacher_prob与纠错统计，为文本边界和融合剪辑提供高质量语音基础。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5. 工作进展（3/5）：步骤3 文本语义分析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文件：step3_text.py | 输出：text_features.json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实现文本归一化：替换常见ASR错词（如“图林→图灵”）并控制噪声段进入语义分析。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实现分词与过滤：jieba + 停用词/黑名单，提升关键词纯度。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实现TF-IDF语义跳变检测：滑动窗口比较余弦距离，定位候选知识点边界。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融合视觉信号：将slide_transitions作为边界辅助证据并做时间合并。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支持模型反哺：若存在训练模型，则调用predict_boundaries细化边界。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成果：输出knowledge_segments、boundaries，标题改为关键词命名（无“知识点N-”前缀）。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6. 工作进展（4/5）：步骤4 多模态时间对齐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文件：step4_align.py | 输出：multimodal_index.json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实现1秒分辨率统一时间轴，打通视觉、语音、文本三路特征。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每个时间点包含：teacher_present、slide_idx、ppt_text、speaker、speech_confidence、knowledge_title。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对高no_speech_prob加入文本兜底策略，减少误判静默导致的信息丢失。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形成可训练、可解释的数据中间层，统一服务于剪辑决策和模型训练。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成果：输出time_series与统计指标（教师在场率、静默率、知识点数量等）。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7. 工作进展（5/5）：步骤5 融合剪辑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文件：step5_fusion.py | 输出：segments/*.mp4 + final_index.json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实现干扰识别规则：教师缺席比例、静默比例、连续静默时长三类条件。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实现动态阈值：依据全局在场率/静默率/翻页密度自动微调，提高跨课程鲁棒性。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接入训练模型：predict_interference提供模型干扰时刻，与规则结果融合。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剪辑策略：知识点片段加padding后输出，优先stream copy失败再自动重编码。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索引规范：final_index中start/end统一H:MM:SS，干扰片段统一记为“干扰片段”并not_exported。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成果：形成“可直接用于平台检索与播放”的知识点视频集合和结构化索引。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8. 阶段性成果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从单点算法到端到端可运行系统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完成run_all.py一键5步流水线，支持按步骤重跑和批处理视频。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实现多模态产物全链路：visual/audio/text/multimodal/final五级JSON可追溯。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完成课堂场景关键能力：教师检测、语音转录、说话人判定、知识点切分、干扰剔除。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完成训练与推理闭环：train.py可训练边界/干扰模型并在主流程中自动调用。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工程可用性提升：异常回退、阈值配置化、输出命名标准化，便于部署与迭代。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9. 本项目创新点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面向“课堂视频剪辑”这一垂直场景的定制化创新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场景创新：目标从“高光提取”转向“教学价值保留+干扰剔除”。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方法创新1：教师检测加入静止补偿，解决“教师不动即缺席”的误判问题。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方法创新2：ASR后置术语纠错（拼音模糊匹配），增强学科词汇可靠性。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方法创新3：说话人判定采用“文本+声学+声纹复判+时序平滑”组合策略。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方法创新4：规则与模型协同（Step3/Step5可调用训练模型）实现可解释增强。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工程创新：输出索引直接服务学习平台（片段、关键词、干扰标注、时间戳规范）。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10. 关键问题与解决方案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中期阶段已解决的核心工程难点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问题1：课堂静态讲授时，运动检测漏判教师在场。</a:t>
            </a:r>
          </a:p>
          <a:p>
            <a:pPr lvl="1">
              <a:spcBef>
                <a:spcPts val="100"/>
              </a:spcBef>
              <a:spcAft>
                <a:spcPts val="300"/>
              </a:spcAft>
            </a:pPr>
            <a:r>
              <a:rPr sz="1600">
                <a:solidFill>
                  <a:srgbClr val="5A5A5A"/>
                </a:solidFill>
                <a:latin typeface="Microsoft YaHei"/>
              </a:rPr>
              <a:t>解决：引入HOG人体检测静止补偿，并配置检测间隔与面积阈值。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问题2：ASR高no_speech_prob误伤有效文本。</a:t>
            </a:r>
          </a:p>
          <a:p>
            <a:pPr lvl="1">
              <a:spcBef>
                <a:spcPts val="100"/>
              </a:spcBef>
              <a:spcAft>
                <a:spcPts val="300"/>
              </a:spcAft>
            </a:pPr>
            <a:r>
              <a:rPr sz="1600">
                <a:solidFill>
                  <a:srgbClr val="5A5A5A"/>
                </a:solidFill>
                <a:latin typeface="Microsoft YaHei"/>
              </a:rPr>
              <a:t>解决：在步骤2/3/4加入文本兜底策略，长度&gt;阈值文本保留。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问题3：学生短句与教师讲解边界混淆。</a:t>
            </a:r>
          </a:p>
          <a:p>
            <a:pPr lvl="1">
              <a:spcBef>
                <a:spcPts val="100"/>
              </a:spcBef>
              <a:spcAft>
                <a:spcPts val="300"/>
              </a:spcAft>
            </a:pPr>
            <a:r>
              <a:rPr sz="1600">
                <a:solidFill>
                  <a:srgbClr val="5A5A5A"/>
                </a:solidFill>
                <a:latin typeface="Microsoft YaHei"/>
              </a:rPr>
              <a:t>解决：片段级teacher_prob+声纹复判+上下文平滑联合纠偏。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问题4：边界切分偏粗或偏碎。</a:t>
            </a:r>
          </a:p>
          <a:p>
            <a:pPr lvl="1">
              <a:spcBef>
                <a:spcPts val="100"/>
              </a:spcBef>
              <a:spcAft>
                <a:spcPts val="300"/>
              </a:spcAft>
            </a:pPr>
            <a:r>
              <a:rPr sz="1600">
                <a:solidFill>
                  <a:srgbClr val="5A5A5A"/>
                </a:solidFill>
                <a:latin typeface="Microsoft YaHei"/>
              </a:rPr>
              <a:t>解决：语义候选+翻页辅助+最小时长约束+训练模型细化。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11. 训练框架解释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文件：train.py | 目标：边界检测模型 + 干扰检测模型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输入：multimodal_index.json + 人工标注annotations（支持仅知识点标注）。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特征：教师在场、运动比、翻页、语音置信度、静默、滚动统计、文本相似度、说话速率变化等。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标签构造：边界标签（起止点容忍窗口）+ 干扰标签（显式干扰与知识点补集）。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模型：RandomForest + 标准化 + 类别权重 + 干扰负样本下采样。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推理：predict_boundaries/predict_interference分别反哺Step3与Step5。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后处理：边界最小间隔合并、超长区间补点、阈值动态调节提高稳定性。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Microsoft YaHei"/>
              </a:rPr>
              <a:t>12. 下一步工作计划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A5A5A"/>
                </a:solidFill>
                <a:latin typeface="Microsoft YaHei"/>
              </a:rPr>
              <a:t>目标：从“可用”走向“更准、更稳、更易部署”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数据层：扩充不同课程、不同录制条件的标注数据，完善难例集。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模型层：优化边界与干扰模型特征，开展参数敏感性与消融实验。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算法层：加强课堂交互结构建模，提升问答/讨论场景下的保留与剔除精度。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评测层：建立统一评测指标（边界误差、干扰召回、剪辑可用率、人工节省时长）。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系统层：完善配置模板与日志诊断，推进在同济录课流程中的试运行。</a:t>
            </a:r>
          </a:p>
          <a:p>
            <a:pPr>
              <a:spcBef>
                <a:spcPts val="100"/>
              </a:spcBef>
              <a:spcAft>
                <a:spcPts val="600"/>
              </a:spcAft>
            </a:pPr>
            <a:r>
              <a:rPr sz="2000">
                <a:solidFill>
                  <a:srgbClr val="282828"/>
                </a:solidFill>
                <a:latin typeface="Microsoft YaHei"/>
              </a:rPr>
              <a:t>应用层：增强final_index到学习平台的检索/推荐接口联动能力。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