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109728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Microsoft YaHei"/>
              </a:rPr>
              <a:t>中期汇报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1DCF1"/>
                </a:solidFill>
                <a:latin typeface="Microsoft YaHei"/>
              </a:rPr>
              <a:t>面向同济大学录课教育视频的智能剪辑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23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1E8F6"/>
                </a:solidFill>
                <a:latin typeface="Microsoft YaHei"/>
              </a:rPr>
              <a:t>罗文翊 2452634 | 国豪书院 电气工程及其自动化精英班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10332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9144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33059"/>
                </a:solidFill>
                <a:latin typeface="Microsoft YaHei"/>
              </a:rPr>
              <a:t>汇报提纲</a:t>
            </a:r>
          </a:p>
          <a:p>
            <a:r>
              <a:rPr sz="1800">
                <a:solidFill>
                  <a:srgbClr val="606E7E"/>
                </a:solidFill>
                <a:latin typeface="Microsoft YaHei"/>
              </a:rPr>
              <a:t>研究问题 → 技术方案 → 当前进展 → 阶段成果 → 创新点 → 问题与下一步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研究背景与问题定义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研究背景（来源于开题报告）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教育视频数量快速增长，但人工后期剪辑成本高、周期长。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通用智能剪辑偏向“视觉吸引力”，难适配课堂“知识完整性与逻辑连贯性”目标。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课堂中教师讲解、学生发言、讨论与静默交织，导致粗粒度剪辑规则误删/误保留。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现阶段痛点：学生回答等干扰片段需人工筛查，规模化生产效率受限。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本项目的核心问题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如何在“不过度删减关键教学内容”的前提下，自动剔除干扰片段？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如何把长视频结构化成知识点级片段，并可追溯到完整时间轴证据？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如何在无GPU、纯CPU条件下保持可落地性与可维护性？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E7E"/>
                </a:solidFill>
                <a:latin typeface="Microsoft YaHei"/>
              </a:rPr>
              <a:t>文档依据：2452634-罗文翊-乔非.doc（开题报告）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总体技术路线与系统架构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148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6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33059"/>
                </a:solidFill>
                <a:latin typeface="Microsoft YaHei"/>
              </a:rPr>
              <a:t>Step1 视觉
教师在场+PPT/OCR</a:t>
            </a:r>
          </a:p>
        </p:txBody>
      </p:sp>
      <p:sp>
        <p:nvSpPr>
          <p:cNvPr id="7" name="Chevron 6"/>
          <p:cNvSpPr/>
          <p:nvPr/>
        </p:nvSpPr>
        <p:spPr>
          <a:xfrm>
            <a:off x="2724912" y="1755648"/>
            <a:ext cx="137160" cy="530352"/>
          </a:xfrm>
          <a:prstGeom prst="chevron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98648" y="1371600"/>
            <a:ext cx="2148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6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33059"/>
                </a:solidFill>
                <a:latin typeface="Microsoft YaHei"/>
              </a:rPr>
              <a:t>Step2 语音
ASR+说话人判别</a:t>
            </a:r>
          </a:p>
        </p:txBody>
      </p:sp>
      <p:sp>
        <p:nvSpPr>
          <p:cNvPr id="9" name="Chevron 8"/>
          <p:cNvSpPr/>
          <p:nvPr/>
        </p:nvSpPr>
        <p:spPr>
          <a:xfrm>
            <a:off x="5074920" y="1755648"/>
            <a:ext cx="137160" cy="530352"/>
          </a:xfrm>
          <a:prstGeom prst="chevron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371600"/>
            <a:ext cx="2148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6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33059"/>
                </a:solidFill>
                <a:latin typeface="Microsoft YaHei"/>
              </a:rPr>
              <a:t>Step3 文本
语义边界+标题</a:t>
            </a:r>
          </a:p>
        </p:txBody>
      </p:sp>
      <p:sp>
        <p:nvSpPr>
          <p:cNvPr id="11" name="Chevron 10"/>
          <p:cNvSpPr/>
          <p:nvPr/>
        </p:nvSpPr>
        <p:spPr>
          <a:xfrm>
            <a:off x="7424927" y="1755648"/>
            <a:ext cx="137160" cy="530352"/>
          </a:xfrm>
          <a:prstGeom prst="chevron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98664" y="1371600"/>
            <a:ext cx="2148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6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33059"/>
                </a:solidFill>
                <a:latin typeface="Microsoft YaHei"/>
              </a:rPr>
              <a:t>Step4 对齐
统一时间轴索引</a:t>
            </a:r>
          </a:p>
        </p:txBody>
      </p:sp>
      <p:sp>
        <p:nvSpPr>
          <p:cNvPr id="13" name="Chevron 12"/>
          <p:cNvSpPr/>
          <p:nvPr/>
        </p:nvSpPr>
        <p:spPr>
          <a:xfrm>
            <a:off x="9774936" y="1755648"/>
            <a:ext cx="137160" cy="530352"/>
          </a:xfrm>
          <a:prstGeom prst="chevron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48672" y="1371600"/>
            <a:ext cx="2148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6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33059"/>
                </a:solidFill>
                <a:latin typeface="Microsoft YaHei"/>
              </a:rPr>
              <a:t>Step5 融合剪辑
剔除干扰+导出片段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3383280"/>
            <a:ext cx="8138160" cy="2103120"/>
          </a:xfrm>
          <a:prstGeom prst="roundRect">
            <a:avLst/>
          </a:prstGeom>
          <a:solidFill>
            <a:srgbClr val="F0F8FF"/>
          </a:solidFill>
          <a:ln>
            <a:solidFill>
              <a:srgbClr val="AAC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80" y="3584448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训练闭环（train.py）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977639"/>
            <a:ext cx="7498079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212B36"/>
                </a:solidFill>
                <a:latin typeface="Microsoft YaHei"/>
              </a:rPr>
              <a:t>输入：multimodal_index + 人工标注(annotation.json)，可只标知识点片段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212B36"/>
                </a:solidFill>
                <a:latin typeface="Microsoft YaHei"/>
              </a:rPr>
              <a:t>训练：边界模型(boundary) + 干扰模型(interference)，RandomForest + 类别权重 + 动态阈值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212B36"/>
                </a:solidFill>
                <a:latin typeface="Microsoft YaHei"/>
              </a:rPr>
              <a:t>回流：Step3调用 predict_boundaries；Step5调用 predict_interference，实现“规则+模型”协同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步骤1：视觉分析（step1_visual.py）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代码逻辑与工具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输入：原始课堂视频；每秒采样（VISUAL_SAMPLE_FPS=1）。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教师检测：背景减除(MOG2)估计讲台运动比；低运动时启用HOG人体检测静止补偿。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PPT检测：仅在全屏PPT段启用 OCR 与翻页识别；翻页依据 SSIM 变化。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OCR：EasyOCR，含放大+对比度增强fallback，提升中文识别鲁棒性。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输出与阶段成果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输出文件：visual_features.json。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关键字段：teacher_timeline、slide_transitions、ppt_content。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已实现优化：全屏段结束时只写一条ppt_content，减少冗余并保留关键信息。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工程价值：为后续文本边界与干扰识别提供“教师在场/翻页/课件文本”证据。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步骤2：语音分析（step2_audio.py）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代码逻辑与工具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FFmpeg提取16kHz单声道音频；faster-whisper进行ASR（CPU int8）。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文本纠错：专业词典 + 拼音模糊匹配（jieba + pypinyin + 编辑距离）。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说话人判别：声学特征(MFCC等)+文本线索融合，二分类“教师/学生”。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鲁棒策略：上下文平滑 + 声纹辅助复判，修正边界误判片段。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输出与阶段成果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输出文件：audio_features.json。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关键字段：segments(含start/end/text/speaker/confidence/teacher_prob)。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已实现优化：高no_speech_prob场景下启用文本兜底，减少真实语音误删。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工程价值：提供可对齐的高置信语音序列与教师概率，为后续语义切分打底。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步骤3：文本语义分析（step3_text.py）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代码逻辑与工具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文本预处理：ASR归一化替换 + jieba分词 + 停用词/黑名单过滤。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语义建模：TF-IDF向量化，滑动窗口余弦距离检测话题突变。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边界融合：语义候选 + 幻灯片切换候选合并，再做时长约束规范化。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模型协同：若已训练边界模型，调用train.predict_boundaries进行边界细化。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输出与阶段成果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输出文件：text_features.json。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关键字段：knowledge_segments、boundaries、keywords、title。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已实现优化：知识点标题改为关键词命名（去除“知识点N-”前缀）。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工程价值：形成“教学语义结构层”，直接驱动后续切片命名与检索。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步骤4：多模态对齐（step4_align.py）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代码逻辑与工具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以1秒分辨率构建统一时间轴（TIME_RESOLUTION=1.0）。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融合视觉字段：teacher_present/motion_ratio/slide_idx/ppt_text。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融合音频字段：speech_text/speaker/confidence/is_silence。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融合文本字段：knowledge_id/knowledge_title/is_knowledge_boundary。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输出与阶段成果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输出文件：multimodal_index.json。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关键价值：把“各模态异步信号”转成统一证据序列，便于规则和模型共同使用。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该索引同时是训练特征来源，支撑后续评估、回归分析与可解释追踪。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步骤5：融合剪辑（step5_fusion.py）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代码逻辑与工具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干扰判定：知识点内教师缺席比例/静默比例 + 全局连续静默扫描。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动态阈值：依据整视频教师在场率、静默率、翻页密度自动微调阈值。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模型协同：可叠加train.predict_interference输出，合并规则与模型候选区间。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执行剪切：FFmpeg优先stream copy，失败自动回退重编码。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输出与阶段成果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输出文件：segments/*.mp4 + final_index.json。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时间表达统一为H:MM:SS（start floor / end ceil / duration整秒）。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干扰片段统一写入removed_segments，标记output_policy=not_exported。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工程价值：形成可直接用于学习平台的知识点片段与索引。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训练框架解释（train.py）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train 的功能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目标：利用人工标注提升“知识点边界检测”和“干扰片段识别”准确率。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标注兼容：支持H:MM:SS或秒；支持“仅标知识点”，其余时间自动视为干扰候选。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特征提取：从multimodal_index构造14维时序特征（教师在场、静默滚动比、文本相似度等）。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标签构造：boundary标签 + interference标签，容忍边界时间误差。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train 如何发挥作用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训练模型：RandomForest + 标准化 + 类别权重 + 数据均衡（干扰负采样）。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模型落盘：boundary_model.pkl / interference_model.pkl。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推理回流：Step3调用边界预测，Step5调用干扰预测，实现在线增强。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评估支持：train.py --eval 输出分类报告，用于量化迭代效果。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当前工作进展与阶段性成果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已完成（中期）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已搭建完整5步自动化流水线，并由run_all.py统一编排执行。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完成从原视频到知识点片段+索引文件的端到端工程闭环。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完成关键鲁棒性优化：静止教师补偿、文本兜底、术语纠错、动态阈值干扰判定。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完成训练框架实现与接口打通（可训练、可评估、可在Step3/5调用）。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尚在推进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尚未开始大规模人工标注与模型训练（当前以规则/默认参数为主）。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缺少系统化量化指标（如边界F1、干扰召回率、人工剪辑耗时对比）。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下一阶段将围绕“标注规范—训练—评估—参数回调”开展闭环优化。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本项目创新点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方法与系统创新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面向教育场景：目标不是“高光片段”，而是“保留教学主干+剔除课堂干扰”。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规则与学习融合：在可解释规则框架中引入可训练模型，实现稳态可控与上限提升并存。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多模态证据统一索引：从“分散文件”升级为可追踪的1秒级证据时间轴。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工程可落地：纯CPU可运行，依赖开源工具链（OpenCV/Whisper/FFmpeg/jieba/sklearn）。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对同济录课场景的价值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直接降低后期人工审听与手工切片成本。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支持知识点级资源生产，提升复习检索效率。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为后续平台化接入（按知识点检索、自动生成目录）预留标准化索引接口。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关键问题与解决方案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已识别问题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问题1：静态讲授时运动检测失效，教师被误判缺席。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问题2：ASR高no_speech_prob导致有效短句被误过滤。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问题3：课堂口语与术语误识别影响边界与命名质量。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问题4：不同课程场景下固定干扰阈值泛化不足。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当前解决方案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方案1：加入HOG静止补偿检测并输出static_person_detected。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方案2：引入文本兜底规则（长度阈值）抑制误删。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方案3：步骤2拼音模糊术语纠错 + 步骤3文本归一化替换。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方案4：步骤5引入基于全局统计的动态阈值自适应。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下一阶段计划（标注与训练）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短期（1个迭代周期）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制定标注规范：边界定义、干扰类型定义、冲突处理规则。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完成首批代表性课程标注并进行质检（双人复核）。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运行train.py完成首轮边界/干扰模型训练与离线评估。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按评估结果回调阈值与特征，形成可复现实验记录。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中期（中期答辩后）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扩展多课程多讲师数据，验证模型泛化能力。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建立“规则基线 vs 模型增强”对比实验与消融实验。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补充平台侧指标：人工节省时长、片段可用率、学习者反馈。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33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00A4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8961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557784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中期结论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已完成：系统框架、五步流水线、训练框架、关键鲁棒性改造。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当前状态：工程链路可运行，训练闭环已搭建，但尚缺大规模标注数据驱动。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核心价值：把课堂录课从“人工剪辑驱动”推进到“多模态智能辅助驱动”。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后续重点：以标注和量化评估为中心，持续提升边界与干扰识别精度。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914400"/>
            <a:ext cx="530352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0972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66C3"/>
                </a:solidFill>
                <a:latin typeface="Microsoft YaHei"/>
              </a:rPr>
              <a:t>答辩关注点建议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4663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展示1-2个真实视频案例（原视频→索引→输出片段）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展示关键字段可解释性（teacher_prob / is_silence / boundary）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 b="0">
                <a:solidFill>
                  <a:srgbClr val="212B36"/>
                </a:solidFill>
                <a:latin typeface="Microsoft YaHei"/>
              </a:rPr>
              <a:t>展示训练前后指标变化，突出“你的工程工作”与“可落地成果”。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