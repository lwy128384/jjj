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600" b="1">
                <a:latin typeface="微软雅黑"/>
              </a:rPr>
              <a:t>面向同济大学录课教育视频的智能剪辑</a:t>
            </a:r>
          </a:p>
          <a:p>
            <a:r>
              <a:rPr sz="3600" b="1">
                <a:latin typeface="微软雅黑"/>
              </a:rPr>
              <a:t>中期汇报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latin typeface="微软雅黑"/>
              </a:rPr>
              <a:t>当前阶段：已完成步骤1–4（多模态时间戳索引）</a:t>
            </a:r>
          </a:p>
          <a:p>
            <a:r>
              <a:rPr sz="2000" b="0">
                <a:latin typeface="微软雅黑"/>
              </a:rPr>
              <a:t>下一阶段：基于索引进行剪辑决策并生成最终JSON索引</a:t>
            </a:r>
          </a:p>
          <a:p>
            <a:r>
              <a:rPr sz="2000" b="0">
                <a:latin typeface="微软雅黑"/>
              </a:rPr>
              <a:t>汇报日期：2026-05-07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latin typeface="微软雅黑"/>
              </a:rPr>
              <a:t>1. 研究背景与核心问题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教育视频后期剪辑高度依赖人工，存在“素材增长快、剪辑效率低”的结构性矛盾。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课堂录制包含教师讲解、学生回答、课间闲聊等混杂场景，通用剪辑方法难以直接适配。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关键科学问题：如何在保证知识传递完整性的前提下，自动剔除干扰片段并形成知识点级切片。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latin typeface="微软雅黑"/>
              </a:rPr>
              <a:t>2. 研究目标与中期定位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总体目标：构建“视觉+语音+文本”多模态融合的课堂视频智能剪辑流程。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中期目标：完成可复用的多模态时间对齐索引，为自动剪辑决策提供统一输入。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当前边界：已完成步骤1–4，尚未开始步骤5的视频实际剪切与final_index生成。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latin typeface="微软雅黑"/>
              </a:rPr>
              <a:t>3. 技术路线（五步法）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步骤1 视觉分析：教师在讲台检测、PPT OCR、幻灯片翻页检测。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步骤2 语音分析：ASR转录、说话人区分、语音置信度与静默标记。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步骤3 文本分析：语义边界检测、知识点命名与关键词提取。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步骤4 时间对齐：生成multimodal_index.json（每秒统一时间轴）。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步骤5 融合剪辑：干扰检测→剪辑决策→MP4切片→final_index.json（待开展）。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latin typeface="微软雅黑"/>
              </a:rPr>
              <a:t>4. 已完成工作总览（步骤1–4）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已形成端到端的前处理能力：从原始视频自动生成三类特征文件和统一索引文件。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输出文件链路：visual_features.json / audio_features.json / text_features.json / multimodal_index.json。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统一数据粒度：以1秒为分辨率组织时间序列，支持后续规则决策与可解释回溯。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latin typeface="微软雅黑"/>
              </a:rPr>
              <a:t>5. 阶段性核心成果：multimodal_index.json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文件定位：output/&lt;视频名&gt;/multimodal_index.json。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结构要点：</a:t>
            </a:r>
          </a:p>
          <a:p>
            <a:pPr lvl="1">
              <a:spcAft>
                <a:spcPts val="800"/>
              </a:spcAft>
            </a:pPr>
            <a:r>
              <a:rPr sz="1800" b="0">
                <a:latin typeface="微软雅黑"/>
              </a:rPr>
              <a:t>基础信息（video_name, duration, time_resolution, total_points）</a:t>
            </a:r>
          </a:p>
          <a:p>
            <a:pPr lvl="1">
              <a:spcAft>
                <a:spcPts val="800"/>
              </a:spcAft>
            </a:pPr>
            <a:r>
              <a:rPr sz="1800" b="0">
                <a:latin typeface="微软雅黑"/>
              </a:rPr>
              <a:t>time_series（每秒特征点：teacher_present / is_silence / speech_text / knowledge_title 等）</a:t>
            </a:r>
          </a:p>
          <a:p>
            <a:pPr lvl="1">
              <a:spcAft>
                <a:spcPts val="800"/>
              </a:spcAft>
            </a:pPr>
            <a:r>
              <a:rPr sz="1800" b="0">
                <a:latin typeface="微软雅黑"/>
              </a:rPr>
              <a:t>knowledge_segments 与 slide_transitions（结构化边界信息）</a:t>
            </a:r>
          </a:p>
          <a:p>
            <a:pPr lvl="1">
              <a:spcAft>
                <a:spcPts val="800"/>
              </a:spcAft>
            </a:pPr>
            <a:r>
              <a:rPr sz="1800" b="0">
                <a:latin typeface="微软雅黑"/>
              </a:rPr>
              <a:t>stats（教师在场比例、静默比例、知识点数量等）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价值：把“多源异构特征”变为“可直接用于决策的统一时序索引”。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latin typeface="微软雅黑"/>
              </a:rPr>
              <a:t>6. 当前阶段创新点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多模态同轴建模：把视觉状态、语音质量、语义结构统一到同一时间轴。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可解释性增强：剪辑前先生成结构化索引，便于教师审阅与策略迭代。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教育场景适配：不以“吸睛片段”为目标，而以“知识点完整+干扰剔除”为目标。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latin typeface="微软雅黑"/>
              </a:rPr>
              <a:t>7. 下一步核心任务定义（步骤5）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输入：multimodal_index.json（当前已具备）。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决策目标：识别并剔除干扰片段，保留有效知识点讲解段。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输出目标：</a:t>
            </a:r>
          </a:p>
          <a:p>
            <a:pPr lvl="1">
              <a:spcAft>
                <a:spcPts val="800"/>
              </a:spcAft>
            </a:pPr>
            <a:r>
              <a:rPr sz="1800" b="0">
                <a:latin typeface="微软雅黑"/>
              </a:rPr>
              <a:t>segments/*.mp4（按知识点命名的片段视频）</a:t>
            </a:r>
          </a:p>
          <a:p>
            <a:pPr lvl="1">
              <a:spcAft>
                <a:spcPts val="800"/>
              </a:spcAft>
            </a:pPr>
            <a:r>
              <a:rPr sz="1800" b="0">
                <a:latin typeface="微软雅黑"/>
              </a:rPr>
              <a:t>final_index.json（可供学习平台调用的最终时间戳索引）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latin typeface="微软雅黑"/>
              </a:rPr>
              <a:t>8. 剪辑决策机制设计（基于现有实现）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干扰判定维度：教师缺席比例、静默/低语音比例、连续静默时长。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保留片段生成：按知识点段过滤干扰区间，应用最短时长约束与首尾缓冲。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结构优化：对相邻短间隔片段进行合并，避免输出碎片化。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最终索引：记录每个片段的时间范围、标题、关键词、输出文件及状态。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latin typeface="微软雅黑"/>
              </a:rPr>
              <a:t>9. 预期评价指标与验证方案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效率指标：单位小时素材处理时长、人工复核时间下降比例。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质量指标：干扰片段剔除准确率、知识点完整率、过切/漏切率。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可用性指标：输出片段可播放率、索引可追溯性、教师主观满意度。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实验组织：以同一批录课视频进行“人工剪辑 vs 自动剪辑”对照评估。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latin typeface="微软雅黑"/>
              </a:rPr>
              <a:t>10. 关键风险与应对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风险1：课堂噪声复杂导致静默与低质量语音判定偏差。</a:t>
            </a:r>
          </a:p>
          <a:p>
            <a:pPr lvl="1">
              <a:spcAft>
                <a:spcPts val="800"/>
              </a:spcAft>
            </a:pPr>
            <a:r>
              <a:rPr sz="1800" b="0">
                <a:latin typeface="微软雅黑"/>
              </a:rPr>
              <a:t>对策：联合说话人标签与语义连续性，降低单一阈值误判。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风险2：知识点边界附近误删有效讲解。</a:t>
            </a:r>
          </a:p>
          <a:p>
            <a:pPr lvl="1">
              <a:spcAft>
                <a:spcPts val="800"/>
              </a:spcAft>
            </a:pPr>
            <a:r>
              <a:rPr sz="1800" b="0">
                <a:latin typeface="微软雅黑"/>
              </a:rPr>
              <a:t>对策：加入SEGMENT_PADDING与最短时长约束，保守剪切。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风险3：不同课程风格差异大，规则泛化不足。</a:t>
            </a:r>
          </a:p>
          <a:p>
            <a:pPr lvl="1">
              <a:spcAft>
                <a:spcPts val="800"/>
              </a:spcAft>
            </a:pPr>
            <a:r>
              <a:rPr sz="1800" b="0">
                <a:latin typeface="微软雅黑"/>
              </a:rPr>
              <a:t>对策：基于标注数据迭代阈值与训练模型（train.py）。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latin typeface="微软雅黑"/>
              </a:rPr>
              <a:t>11. 后续阶段计划（中期后）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P1：完成步骤5全链路运行，稳定生成segments与final_index。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P2：构建样本集开展指标评估，量化效率与质量提升。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P3：开展参数敏感性实验，形成面向不同课程类型的配置建议。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P4：整理实验结果与案例，完成结题报告与系统演示材料。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latin typeface="微软雅黑"/>
              </a:rPr>
              <a:t>12. 中期总结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项目已完成“可剪辑前”的关键基础设施：多模态时间戳索引构建。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下一步重点从“特征构建”转向“决策执行”，实现自动化视频切片与最终索引发布。</a:t>
            </a:r>
          </a:p>
          <a:p>
            <a:pPr>
              <a:spcAft>
                <a:spcPts val="800"/>
              </a:spcAft>
            </a:pPr>
            <a:r>
              <a:rPr sz="2200" b="1">
                <a:latin typeface="微软雅黑"/>
              </a:rPr>
              <a:t>预期贡献：降低教育视频后期成本，提升知识点级学习资源生产效率。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