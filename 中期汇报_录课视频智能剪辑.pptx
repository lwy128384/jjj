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41148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79392"/>
            <a:ext cx="12188952" cy="24140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279392"/>
            <a:ext cx="12188952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录课视频智能剪辑系统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DD7EE"/>
                </a:solidFill>
              </a:rPr>
              <a:t>基于多模态特征融合的课程视频自动化处理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377440"/>
            <a:ext cx="5760720" cy="36576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中  期  汇  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汇报阶段：已完成步骤 1–4，多模态时间戳索引文件生成完毕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项目名称：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572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录课视频智能剪辑系统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当前进度：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029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步骤 1–4 全部完成 / 步骤 5（剪辑输出）待实施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技术栈：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486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Python · OpenCV · EasyOCR · faster-whisper · jieba · scikit-learn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Research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📌 问题现状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35838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在线教育与MOOC平台持续扩张，录课视频数量爆炸式增长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原始录像往往包含课间休息、板书擦写、教师短暂离场等无效片段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传统手工剪辑：一节 90 分钟课耗时 2–4 小时，成本极高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现有自动化工具多为单模态（仅音频或仅图像），识别精度有限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知识点切分粒度与实际教学内容不匹配，用户体验差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76072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576072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7043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研究意义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481328"/>
            <a:ext cx="554126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大幅降低课程视频后期制作成本，释放教师精力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提升学生自主学习体验：按知识点检索与跳转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多模态信号互补：图像+音频+文本联合决策，精度更优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完全 CPU 运行，零 GPU 依赖，普适性强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● 可扩展的模块化架构，便于后续引入深度学习模型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11612880" cy="2606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1161288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850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技术路线总览（5 步流程）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95928"/>
            <a:ext cx="1139342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步骤 1  视觉分析  →  教师讲台检测（背景减除）+ PPT翻页检测（SSIM）+ 幻灯片文字识别（EasyOCR）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步骤 2  语音分析  →  音频提取（ffmpeg）+ 语音转录（faster-whisper）+ 说话人区分（MFCC 聚类）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步骤 3  文本语义  →  分词（jieba）+ TF-IDF 向量化 + 滑动窗口余弦距离 → 知识点边界检测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步骤 4  多模态对齐  →  三路特征融合到统一时间轴（1 秒分辨率），生成 multimodal_index.json   ✅ 已完成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50">
                <a:solidFill>
                  <a:srgbClr val="404040"/>
                </a:solidFill>
              </a:rPr>
              <a:t>步骤 5  融合剪辑  →  干扰片段识别 + ffmpeg 精准剪切 + final_index.json   ⏳ 下一步实施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研究方案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System Architecture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-1385316" y="1234440"/>
            <a:ext cx="1737360" cy="640080"/>
          </a:xfrm>
          <a:prstGeom prst="rect">
            <a:avLst/>
          </a:prstGeom>
          <a:solidFill>
            <a:srgbClr val="1F376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1385316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视频输入
(.mp4/.avi…)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" y="1234440"/>
            <a:ext cx="1737360" cy="640080"/>
          </a:xfrm>
          <a:prstGeom prst="rect">
            <a:avLst/>
          </a:prstGeom>
          <a:solidFill>
            <a:srgbClr val="2E74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步骤1
视觉分析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8900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3180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2092" y="1234440"/>
            <a:ext cx="1737360" cy="640080"/>
          </a:xfrm>
          <a:prstGeom prst="rect">
            <a:avLst/>
          </a:prstGeom>
          <a:solidFill>
            <a:srgbClr val="2E74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2092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步骤2
语音分析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2604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6884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5796" y="1234440"/>
            <a:ext cx="1737360" cy="640080"/>
          </a:xfrm>
          <a:prstGeom prst="rect">
            <a:avLst/>
          </a:prstGeom>
          <a:solidFill>
            <a:srgbClr val="2E74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5796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步骤3
文本语义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6308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0588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9500" y="1234440"/>
            <a:ext cx="1737360" cy="640080"/>
          </a:xfrm>
          <a:prstGeom prst="rect">
            <a:avLst/>
          </a:prstGeom>
          <a:solidFill>
            <a:srgbClr val="17539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9500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步骤4
多模态对齐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0012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4292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3204" y="1234440"/>
            <a:ext cx="1737360" cy="640080"/>
          </a:xfrm>
          <a:prstGeom prst="rect">
            <a:avLst/>
          </a:prstGeom>
          <a:solidFill>
            <a:srgbClr val="C0502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3204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步骤5
融合剪辑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43716" y="1463040"/>
            <a:ext cx="320040" cy="1828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97996" y="1371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4B5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36908" y="1234440"/>
            <a:ext cx="1737360" cy="640080"/>
          </a:xfrm>
          <a:prstGeom prst="rect">
            <a:avLst/>
          </a:prstGeom>
          <a:solidFill>
            <a:srgbClr val="37861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36908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输出片段
+索引JSON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057400"/>
            <a:ext cx="557784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05740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08483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步骤1  视觉分析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2395728"/>
            <a:ext cx="5358384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工具：OpenCV (cv2)、EasyOCR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背景减除器 MOG2 → 逐帧计算前景像素占比 → 判断教师是否在讲台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帧间 SSIM（缩放至160×90灰度图）→ SSIM &lt; 0.70 判定为幻灯片切换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切换时对 PPT 区域调用 EasyOCR 中文/英文识别，记录幻灯片文字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057400"/>
            <a:ext cx="557784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05740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08483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步骤2  语音分析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2395728"/>
            <a:ext cx="5358384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工具：ffmpeg、faster-whisper (CPU int8)、librosa、scikit-learn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ffmpeg 提取 16 kHz 单声道 WAV；faster-whisper base 模型转录，输出带时间戳的语音段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VAD 过滤（min_silence=500ms）去除非语音；no_speech_prob 标注低置信度片段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每段提取 20维 MFCC 均值+标准差 → 层次聚类 → 发言时长最长者标为「教师」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97680"/>
            <a:ext cx="557784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29768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32511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步骤3  文本语义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636008"/>
            <a:ext cx="5358384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工具：jieba (TF-IDF)、numpy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jieba 分词 + 停用词过滤；自建 TF-IDF 矩阵（L2归一化）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滑动窗口（窗口=3段）：计算左右窗口向量余弦距离 &gt; 0.35 → 候选边界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结合步骤1幻灯片切换时刻辅助验证；合并过近边界；按时长过滤（45s~600s）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297680"/>
            <a:ext cx="557784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429768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32511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步骤4  多模态对齐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4636008"/>
            <a:ext cx="5358384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工具：Python bisect（高效区间查找）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以 1 秒为粒度建立统一时间轴；每个时刻点融合三路信号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输出字段：teacher_present / slide_idx / speech_text / speaker / knowledge_title 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生成 multimodal_index.json，为步骤5剪辑决策提供完整上下文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工作进展 · 步骤1：视觉维度分析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Visual Feature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4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5074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代码逻辑（step1_visual.py）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44982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① 初始化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cv2.VideoCapture 读取视频；按 VISUAL_SAMPLE_FPS=1 每秒采一帧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MOG2 背景减除器预热 30 帧建立背景模型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EasyOCR Reader 初始化（中文+英文，首次下载 ~50 MB）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② 逐帧处理（tqdm 进度条）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裁剪 PODIUM_REGION (0.1,0.25,0.9,0.95) → 前景掩码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形态学开运算+膨胀去噪 → 前景像素比 fg_ratio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fg_ratio &gt; 0.05 → 标记教师在讲台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与上一帧计算 SSIM（160×90 灰度图）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SSIM &lt; 0.70 → 判定幻灯片切换，触发 OCR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OCR 识别 PPT_REGION 区域（置信度 ≥ 0.40 的文本合并）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③ 汇总统计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teacher_presence_ratio：教师在讲台的帧比例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total_slide_changes：翻页次数统计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71500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输出文件：visual_features.json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481328"/>
            <a:ext cx="54955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{ "teacher_timeline":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{"time": 0.0, "in_podium": true, "motion_ratio": 0.12}, …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"slide_transitions":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{"time": 45.0, "ssim": 0.42, "slide_idx": 1}, …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"ppt_content":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{"time": 45.0, "slide_idx": 1, "text": "第一章 绪论"}, … 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"stats": { "teacher_presence_ratio": 0.87,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"total_slide_changes": 18 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657600"/>
            <a:ext cx="571500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65760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68503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关键参数（config.py）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995928"/>
            <a:ext cx="5495544" cy="2185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VISUAL_SAMPLE_FPS = 1      # 每秒采样1帧，平衡效率与精度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PODIUM_REGION = (0.10, 0.25, 0.90, 0.95)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# 讲台区域（相对坐标，可调）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SLIDE_CHANGE_THRESHOLD = 0.70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# SSIM 低于此值判定翻页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TEACHER_PRESENCE_THRESHOLD = 0.05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# 前景像素占比阈值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OCR_CONFIDENCE_THRESHOLD = 0.40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# EasyOCR 置信度过滤阈值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BG_INIT_FRAMES = 30        # 背景模型预热帧数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工作进展 · 步骤2：语音维度分析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Audio Feature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5074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代码逻辑（step2_audio.py）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44982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① 音频提取（ffmpeg）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命令：ffmpeg -vn -acodec pcm_s16le -ar 16000 -ac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将视频音轨转为 16 kHz 单声道 PCM WAV 临时文件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② 语音转录（faster-whisper）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模型：base（~150 MB，CPU int8 量化）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VAD 预处理：min_silence_duration_ms=500，speech_pad_ms=200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输出每段：start/end/text/no_speech_prob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置信度 = 1 - no_speech_prob；低于 0.60 标记为低置信度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③ 说话人区分（MFCC 层次聚类）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librosa 提取每段 20维 MFCC（均值+标准差 = 40维特征）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StandardScaler 归一化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AgglomerativeClustering（ward 链接）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自动估计说话人数：max(1, min(4, n_segs//10 + 1))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发言总时长最长的聚类 → 标为「教师」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④ 清理临时 WAV 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7150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输出文件：audio_features.json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481328"/>
            <a:ext cx="5495544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{ "language": "zh",  "language_probability": 0.99,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"segments":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 "id": 0, "start": 0.0, "end": 5.2,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"text": "大家好，今天我们来学习…",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"confidence": 0.92,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"speaker": "教师",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"is_low_confidence": false }, … 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"stats": { "total_segments": 312,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"avg_confidence": 0.88,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"low_confidence_count": 14 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49039"/>
            <a:ext cx="57150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76471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关键参数（config.py）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087367"/>
            <a:ext cx="5495544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WHISPER_MODEL_SIZE = 'base'   # tiny/base/small/medium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WHISPER_LANGUAGE = 'zh'       # 中文模式，避免误判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WHISPER_BEAM_SIZE = 3         # beam search 宽度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MIN_SPEAKERS = 1 / MAX_SPEAKERS = 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   # 说话人数上下界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SPEECH_CONFIDENCE_THRESHOLD = 0.60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   # 低置信度标记阈值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NO_SPEECH_PROB_THRESHOLD = 0.50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                 # 高于此值视为静默段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工作进展 · 步骤3：文本语义分析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Semantic Boundary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6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5074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代码逻辑（step3_text.py）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44982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① 数据加载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读取 audio_features.json 的语音段（依赖步骤2）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可选加载 visual_features.json 幻灯片切换时刻（辅助信号）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��� 中文分词 + 向量化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jieba.cut 分词，过滤停用词（80+ 个常用虚词）及纯数字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手工实现 TF-IDF 矩阵：TF 词频归一化 × IDF log((n+1)/(df+1))+1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L2 归一化后得到单位向量矩阵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③ 滑动窗口边界检测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窗口大小 W=3：比较第 i 段左侧 W 段与右侧 W 段的平均向量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余弦距离 &gt; BOUNDARY_THRESHOLD(0.35) → 候选边界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合并步骤1幻灯片切换时刻（权重 0.5）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按时间排序，合并间距 &lt; MIN_DURATION/2 的相近候选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④ 知识点段构建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按边界切分，过滤 &lt; 45s 或 &gt; 600s 的段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每段提取 TOP_KEYWORDS=5 关键词（jieba.analyse.extract_tags）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自动命名：知识点N-关键词1_关键词2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71500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输出文件：text_features.json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481328"/>
            <a:ext cx="5495544" cy="2185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{ "knowledge_segments":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 "id": 0, "start": 0.0, "end": 240.0,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"duration": 240.0,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"title": "知识点1-极限_定义",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"keywords": ["极限","定义","收敛","数列","趋近"],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"text_preview": "今天我们讨论极限的概念…" 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 "id": 1, "start": 240.0, "end": 510.0, … } 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"boundaries": [0.0, 240.0, 510.0, 780.0],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"stats": { "total_knowledge_points": 6,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"avg_duration": 195.0 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40480"/>
            <a:ext cx="57150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86791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关键参数（config.py）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178808"/>
            <a:ext cx="549554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SEMANTIC_WINDOW_SIZE = 3    # 滑动窗口段数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BOUNDARY_THRESHOLD = 0.35  # 余弦距离阈值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MIN_KNOWLEDGE_DURATION = 45  # 最短知识点（秒）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MAX_KNOWLEDGE_DURATION = 600  # 最长知识点（秒）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TOP_KEYWORDS = 5           # 关键词提取数量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MIN_TEXT_LENGTH = 5        # 最短有效文本长度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调节建议：切分过多→增大 BOUNDARY_THRESHOLD；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切分过少→减小 SEMANTIC_WINDOW_SIZE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工作进展 · 步骤4：多模态时间对齐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Multimodal Temporal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7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5074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代码逻辑（step4_align.py）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44982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① 加载三路特征文件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visual_features.json  →  教师时间线 / 幻灯片切换 / PPT 文字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audio_features.json   →  语音段 / 说话人 / 置信度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text_features.json    →  知识点段 / 边界列表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② 推断总时长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取 audio.total_duration、segments 最大 end 及 visual.duration 的最大值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③ 逐秒建立时间序列（build_timeline）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以 TIME_RESOLUTION=1.0s 为步长，生成 N 个时刻点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视觉信号：find_latest(teacher_tl, t) 查教师状态；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            find_latest(ppt_content, t) 查当前幻灯片文字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音频信号：find_enclosing(audio_segs, t) 查当前语音段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知识点：find_enclosing(know_segs, t) 查所属知识点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④ 统计汇总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teacher_presence_ratio / silence_ratio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total_knowledge_points / total_slide_transitions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⑤ 输出 multimodal_index.json（步骤5的完整输入）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715000" cy="3017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输出文件：multimodal_index.json（核心成果）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481328"/>
            <a:ext cx="5495544" cy="264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{ "duration": 3600.0, "time_resolution": 1.0,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"time_series": [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{ "time": 0.0,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"teacher_present": true, "motion_ratio": 0.12,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"slide_idx": 0, "ppt_text": "第一章 绪论",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"is_slide_transition": false,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"speech_text": "大家好，今天…", "speaker": "教师",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"speech_confidence": 0.92, "is_silence": false,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"knowledge_id": 0,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"knowledge_title": "知识点1-极限_定义",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"is_knowledge_boundary": false }, … 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"stats": { "teacher_presence_ratio": 0.87,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"silence_ratio": 0.08,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50">
                <a:solidFill>
                  <a:srgbClr val="404040"/>
                </a:solidFill>
              </a:rPr>
              <a:t>             "total_knowledge_points": 6 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297680"/>
            <a:ext cx="571500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297680"/>
            <a:ext cx="571500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325112"/>
            <a:ext cx="5532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此步骤的核心价值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636008"/>
            <a:ext cx="54955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● 将三个独立 JSON 文件「压缩」为统一时间轴，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每秒均含完整多模态上下文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● bisect_right 二分查找保证 O(log n) 高效对齐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● 是步骤5干扰检测与剪辑决策的唯一数据来源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● 结构标准化，未来可直接送入深度学习模型训练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阶段性成果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Stage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8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80644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8064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623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完整四步流水线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586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step1_visual.py → visual_features.json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step2_audio.py  → audio_features.json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step3_text.py   → text_features.json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step4_align.py  → multimodal_index.json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run_all.py 一键顺序执行，含异常捕获与断点续跑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80644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58064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70432"/>
            <a:ext cx="5623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多模态时间戳索引文件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481328"/>
            <a:ext cx="5586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multimodal_index.json 为核心成果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每秒一个时刻点，包含 13 个字段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字段覆盖：教师状态 / 幻灯片 / 语音 / 知识点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已具备为步骤5提供完整剪辑决策依据的能力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为 final_index.json（JSON时间戳索引）生成打下基础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94760"/>
            <a:ext cx="580644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58064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22192"/>
            <a:ext cx="5623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全 CPU 运行 · 零 GPU 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33088"/>
            <a:ext cx="5586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faster-whisper CPU int8 量化，~2× 实时速度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EasyOCR 仅在翻页时触发，避免全帧 OCR 开销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MFCC 聚类代替 GPU 深度说话人模型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普通笔记本电脑（8 GB RAM）可完整运行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requirements.txt 依赖全部可 pip 安装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80644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58064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22192"/>
            <a:ext cx="5623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模块化 · 可配置 · 可扩展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33088"/>
            <a:ext cx="558698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所有参数集中于 config.py，无需改动核心代码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每步独立可单独重跑：--step 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预留 train.py 人工标注训练接口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知识点边界检测可替换为机器学习模型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说话人区分可升级为神经网络说话人嵌入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本项目创新点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Innovation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9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2926080" cy="347472"/>
          </a:xfrm>
          <a:prstGeom prst="rect">
            <a:avLst/>
          </a:prstGeom>
          <a:solidFill>
            <a:srgbClr val="2E74B5"/>
          </a:solidFill>
          <a:ln w="635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978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🔵 多模态联合决策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70432"/>
            <a:ext cx="8686800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07008"/>
            <a:ext cx="8458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现有大多数自动剪辑工具仅依赖单一信号（仅音频静默检测或仅图像场景变化）。本系统同时引入视觉（教师在场+PPT翻页）、语音（转录+说话人）、语义（TF-IDF边界）三路信号，通过 multimodal_index.json 统一融合，三路信号互相补充验证，显著降低误判率。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2926080" cy="347472"/>
          </a:xfrm>
          <a:prstGeom prst="rect">
            <a:avLst/>
          </a:prstGeom>
          <a:solidFill>
            <a:srgbClr val="2E74B5"/>
          </a:solidFill>
          <a:ln w="635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276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🔵 「知识点」粒度的精细切分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249424"/>
            <a:ext cx="8686800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286000"/>
            <a:ext cx="8458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传统方案以场景变化或静默为切割依据，切割粒度粗糙。本系统以「知识点」为最小剪辑单位：语义滑动窗口检测文本语义跳变边界，结合幻灯片切换辅助，自动提取关键词并为每段命名（如「知识点3-极限_定义」），输出内容语义完整的片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6"/>
            <a:ext cx="2926080" cy="347472"/>
          </a:xfrm>
          <a:prstGeom prst="rect">
            <a:avLst/>
          </a:prstGeom>
          <a:solidFill>
            <a:srgbClr val="2E74B5"/>
          </a:solidFill>
          <a:ln w="635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355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🔵 轻量化工具链（无 GPU）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328416"/>
            <a:ext cx="8686800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364992"/>
            <a:ext cx="8458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语音转录采用 faster-whisper CPU int8 量化（比标准 Whisper ~5× 更快）；OCR 仅在幻灯片切换时触发（非全帧），避免冗余计算；说话人区分用 MFCC+层次聚类替代 GPU 神经网络嵌入模型，整体系统在普通 CPU 上可实际运行。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07408"/>
            <a:ext cx="2926080" cy="347472"/>
          </a:xfrm>
          <a:prstGeom prst="rect">
            <a:avLst/>
          </a:prstGeom>
          <a:solidFill>
            <a:srgbClr val="2E74B5"/>
          </a:solidFill>
          <a:ln w="635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434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🔵 干扰片段智能识别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407408"/>
            <a:ext cx="8686800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443984"/>
            <a:ext cx="8458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步骤5将设计多规则干扰检测：教师缺席比例超阈值、静默占比超阈值、连续静默超时长，三条规则任一触发即标记为干扰片段，剪辑时自动剔除。相比单纯静默剪切，避免了学生提问、板书等「无声但有效」片段被误删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2926080" cy="347472"/>
          </a:xfrm>
          <a:prstGeom prst="rect">
            <a:avLst/>
          </a:prstGeom>
          <a:solidFill>
            <a:srgbClr val="2E74B5"/>
          </a:solidFill>
          <a:ln w="635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55138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🔵 全流程可配置 + 可迭代学习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5486400"/>
            <a:ext cx="8686800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5522976"/>
            <a:ext cx="8458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所有超参数集中于 config.py，覆盖五个步骤，无需改动任何核心代码即可调优。预留 train.py 人工标注接口：标注少量视频后即可训练 sklearn 分类器，将规则驱动升级为数据驱动，实现持续改进闭环。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遇到的关键问题与解决方案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Key Challenges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11612880" cy="329184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问题1：背景减除在复杂光照下误检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9616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361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❗ 讲台区域照度变化（如开关灯、投影仪）导致前景像素误判，教师检测不准。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499616"/>
            <a:ext cx="7909560" cy="960120"/>
          </a:xfrm>
          <a:prstGeom prst="rect">
            <a:avLst/>
          </a:prstGeom>
          <a:solidFill>
            <a:srgbClr val="E8F4E8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1536192"/>
            <a:ext cx="7726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✔ ① MOG2 使用较大 history 窗口（50 帧以上）抵抗缓慢光照变化；② 形态学开运算+膨胀去噪消除孤立噪点；③ config.py 暴露 PODIUM_REGION 和 TEACHER_PRESENCE_THRESHOLD，用户可根据实际视频布局微调，无需改代码。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42032"/>
            <a:ext cx="11612880" cy="329184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786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问题2：faster-whisper 中文漏字/转录错误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71216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077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❗ 录课视频音频质量参差不齐（背景噪声、麦克风距离远），导致转录置信度低。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2871216"/>
            <a:ext cx="7909560" cy="960120"/>
          </a:xfrm>
          <a:prstGeom prst="rect">
            <a:avLst/>
          </a:prstGeom>
          <a:solidFill>
            <a:srgbClr val="E8F4E8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907792"/>
            <a:ext cx="7726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✔ ① VAD（语音活动检测）预处理，min_silence=500ms 自动跳过静默段；② no_speech_prob 字段标记低置信段，步骤3中过滤不参与语义计算；③ 用户可将 WHISPER_MODEL_SIZE 升级为 'small'/'medium' 提升准确率。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13632"/>
            <a:ext cx="11612880" cy="329184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502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问题3：知识点边界切分粒度难以把控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42816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793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❗ 余弦距离阈值固定时，不同课程、不同教师风格下切分结果差异大。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4242816"/>
            <a:ext cx="7909560" cy="960120"/>
          </a:xfrm>
          <a:prstGeom prst="rect">
            <a:avLst/>
          </a:prstGeom>
          <a:solidFill>
            <a:srgbClr val="E8F4E8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4279392"/>
            <a:ext cx="7726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✔ ① 幻灯片切换时刻作为辅助候选边界，与语义边界融合；② MIN/MAX_KNOWLEDGE_DURATION 双重约束防止过短/过长段；③ 预留 train.py 接口：标注少量视频后训练分类器，替代固定阈值规则。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85232"/>
            <a:ext cx="11612880" cy="329184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218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问题4：EasyOCR 全帧运行开销过大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14416"/>
            <a:ext cx="36576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6509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❗ 若对每一帧均调用 OCR，处理 1 小时视频需数十分钟，效率极低。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5614416"/>
            <a:ext cx="7909560" cy="960120"/>
          </a:xfrm>
          <a:prstGeom prst="rect">
            <a:avLst/>
          </a:prstGeom>
          <a:solidFill>
            <a:srgbClr val="E8F4E8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5650992"/>
            <a:ext cx="7726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✔ ① 仅在 SSIM 检测到幻灯片切换时触发 OCR（绝大多数帧跳过）；② OCR 只对 PPT_REGION 子区域（而非全帧）识别，缩小计算量；③ OCR 采用 paragraph=True 模式合并文本块，减少调用次数。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下一步工作计划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Next Steps &amp;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录课视频智能剪辑系统  |  中期汇报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562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</a:rPr>
              <a:t>11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498079" cy="288036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7498079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731519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近期重点（步骤5：多模态融合与视频剪辑）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7278623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① 干扰片段检测（step5_fusion.py · detect_interference）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遍历每个知识点段的时间序列点，统计教师缺席比例与静默比例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扫描连续静默段（&gt; 15s 标记为干扰）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输出带原因标注的 interferences 列表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② 剪辑指令生成（build_edit_commands）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过滤与干扰片段重叠超过50%的知识点段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合并间距 &lt; 5s 的相邻段；首尾各加 1s 缓冲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③ ffmpeg 精准剪切（cut_segment）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优先 stream copy（快速无损）；失败时切换 libx264 重编码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输出以知识点命名的独立 .mp4 片段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④ 生成 JSON 时间戳索引（final_index.json）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记录每个片段的 title/start/end/duration/keywords/output_file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>
                <a:solidFill>
                  <a:srgbClr val="404040"/>
                </a:solidFill>
              </a:rPr>
              <a:t>   · 记录被剔除片段及剔除原因（可追溯）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43000"/>
            <a:ext cx="3977639" cy="288036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143000"/>
            <a:ext cx="3977639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170432"/>
            <a:ext cx="379475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步骤5 预期输出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7" y="1481328"/>
            <a:ext cx="3758183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文件夹结构：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output/视频名/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segments/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  知识点1-极限_定义.mp4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  知识点2-导数_计算.mp4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  …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final_index.json  ←  JSON时间戳索引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final_index.json 字段：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{ "total_clips": N,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"clips": [{"title":…,"start":…,"end":…,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           "output_file":…,"keywords":[…]}],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404040"/>
                </a:solidFill>
              </a:rPr>
              <a:t>  "removed_segments": [{"start":…,"reasons":[…]}]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60520"/>
            <a:ext cx="557784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160520"/>
            <a:ext cx="557784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8795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🔵 中期以后优化方向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498848"/>
            <a:ext cx="535838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● 引入人工标注数据（train.py）训练 sklearn 分类器，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将规则阈值替换为数据驱动模型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● 评估不同 Whisper 模型尺寸（tiny/base/small）的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转录质量与处理速度权衡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● 支持多视频批量处理与处理进度断点续跑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● 探索神经网络说话人嵌入（如 SpeechBrain）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替代 MFCC 聚类，提升说话人区分准确率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160520"/>
            <a:ext cx="5852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7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160520"/>
            <a:ext cx="5852160" cy="3017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1879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时间节点规划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4498848"/>
            <a:ext cx="563270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阶段 1（当前）  步骤1–4  ✅ 已完成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             multimodal_index.json 生成验证通过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阶段 2（近期）  步骤5 实现与联调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             干扰检测规则验证 + ffmpeg 剪切测试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             final_index.json / 视频片段输出验证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阶段 3（后续）  人工标注 + 模型训练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             全流程性能基准测试与参数优化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404040"/>
                </a:solidFill>
              </a:rPr>
              <a:t>               项目文档完善与最终答辩准备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